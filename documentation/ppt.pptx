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9144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07375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1843088"/>
            <a:ext cx="8212138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800" b="1">
                <a:solidFill>
                  <a:srgbClr val="005AAA"/>
                </a:solidFill>
              </a:defRPr>
            </a:pPr>
            <a:r>
              <a:t>Customer Sentiment Analytics in Rail Transportation (IRCTC)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Big Data Analytics Capstone Project</a:t>
            </a:r>
          </a:p>
          <a:p>
            <a:r>
              <a:t>By: Teesa Sharma (24MBMB25)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3540"/>
            <a:ext cx="8229600" cy="582613"/>
          </a:xfrm>
        </p:spPr>
        <p:txBody>
          <a:bodyPr/>
          <a:lstStyle/>
          <a:p>
            <a:pPr>
              <a:defRPr sz="3800" b="1">
                <a:solidFill>
                  <a:srgbClr val="005AAA"/>
                </a:solidFill>
              </a:defRPr>
            </a:pPr>
            <a:r>
              <a:t>Problem Statement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</a:defRPr>
            </a:pPr>
            <a:r>
              <a:t>IRCTC receives thousands of reviews daily from passengers.</a:t>
            </a:r>
          </a:p>
          <a:p>
            <a:pPr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</a:defRPr>
            </a:pPr>
            <a:r>
              <a:t>Manual analysis is highly time-consuming and impossible at scale.</a:t>
            </a:r>
          </a:p>
          <a:p>
            <a:pPr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</a:defRPr>
            </a:pPr>
            <a:r>
              <a:t>Big Data Analytics helps extract insights from 1000 IRCTC reviews.</a:t>
            </a:r>
          </a:p>
          <a:p>
            <a:pPr>
              <a:defRPr sz="2200">
                <a:solidFill>
                  <a:srgbClr val="282828"/>
                </a:solidFill>
              </a:defRPr>
            </a:pP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Dataset Information:</a:t>
            </a:r>
          </a:p>
          <a:p>
            <a:pPr marL="457200" indent="-457200">
              <a:buFont typeface="+mj-lt"/>
              <a:buAutoNum type="arabicPeriod"/>
              <a:defRPr sz="2200">
                <a:solidFill>
                  <a:srgbClr val="282828"/>
                </a:solidFill>
              </a:defRPr>
            </a:pPr>
            <a:r>
              <a:t>Source: Google Play Store</a:t>
            </a:r>
          </a:p>
          <a:p>
            <a:pPr marL="457200" indent="-457200">
              <a:buFont typeface="+mj-lt"/>
              <a:buAutoNum type="arabicPeriod"/>
              <a:defRPr sz="2200">
                <a:solidFill>
                  <a:srgbClr val="282828"/>
                </a:solidFill>
              </a:defRPr>
            </a:pPr>
            <a:r>
              <a:t>Columns: userName, content, score</a:t>
            </a:r>
          </a:p>
          <a:p>
            <a:pPr marL="457200" indent="-457200">
              <a:buFont typeface="+mj-lt"/>
              <a:buAutoNum type="arabicPeriod"/>
              <a:defRPr sz="2200">
                <a:solidFill>
                  <a:srgbClr val="282828"/>
                </a:solidFill>
              </a:defRPr>
            </a:pPr>
            <a:r>
              <a:t>Tools Used: Spark Core, SQL, MLlib, Streaming, Databricks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3060"/>
            <a:ext cx="8229600" cy="582613"/>
          </a:xfrm>
        </p:spPr>
        <p:txBody>
          <a:bodyPr/>
          <a:lstStyle/>
          <a:p>
            <a:pPr>
              <a:defRPr sz="3800" b="1">
                <a:solidFill>
                  <a:srgbClr val="005AAA"/>
                </a:solidFill>
              </a:defRPr>
            </a:pPr>
            <a:r>
              <a:t>Use Cases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1. Sentiment Classification (Positive / Neutral / Negative)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2. Service Aspect Analysis (Food, Cleanliness, Booking, App)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3. Time-Based Sentiment Trend Simulation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4. Complaint Prediction using ML models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5. Customer Loyalty &amp; Engagement Segmentation with K-Means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3380"/>
            <a:ext cx="8229600" cy="582613"/>
          </a:xfrm>
        </p:spPr>
        <p:txBody>
          <a:bodyPr/>
          <a:lstStyle/>
          <a:p>
            <a:pPr>
              <a:defRPr sz="3800" b="1">
                <a:solidFill>
                  <a:srgbClr val="005AAA"/>
                </a:solidFill>
              </a:defRPr>
            </a:pPr>
            <a:r>
              <a:t>Methodology &amp; Spark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• Data Cleaning (safe_cast, null handling, preprocessing)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• NLP Pipeline: Tokenization → Stopwords → TF-IDF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• ML Models: Logistic Regression, Random Forest, Naive Bayes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• Trend analysis using time-window simulation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• User segmentation with K-Means clustering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• Visualizations via Pandas + Matplotlib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3380"/>
            <a:ext cx="8229600" cy="582613"/>
          </a:xfrm>
        </p:spPr>
        <p:txBody>
          <a:bodyPr/>
          <a:lstStyle/>
          <a:p>
            <a:pPr>
              <a:defRPr sz="3800" b="1">
                <a:solidFill>
                  <a:srgbClr val="005AAA"/>
                </a:solidFill>
              </a:defRPr>
            </a:pPr>
            <a:r>
              <a:t>Key Findings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• Majority reviews were positive across the dataset.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• Booking issues &amp; app performance caused most negative sentiment.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• Time trend analysis showed dips during festival months.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• Complaint classification showed high predictive accuracy.</a:t>
            </a: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• K-Means segmentation revealed Loyal, Neutral, Disengaged users.</a:t>
            </a:r>
          </a:p>
          <a:p>
            <a:pPr>
              <a:defRPr sz="2200">
                <a:solidFill>
                  <a:srgbClr val="282828"/>
                </a:solidFill>
              </a:defRPr>
            </a:pPr>
          </a:p>
          <a:p>
            <a:pPr marL="0" indent="0">
              <a:buNone/>
              <a:defRPr sz="2200">
                <a:solidFill>
                  <a:srgbClr val="282828"/>
                </a:solidFill>
              </a:defRPr>
            </a:pPr>
            <a:r>
              <a:t>Conclusion: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Apache Spark enables scalable large-scale sentiment analytics for IRCTC.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1482</Words>
  <Application>WPS Presentation</Application>
  <PresentationFormat>On-screen Show (4:3)</PresentationFormat>
  <Paragraphs>44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SimSun</vt:lpstr>
      <vt:lpstr>Wingdings</vt:lpstr>
      <vt:lpstr>Microsoft YaHei</vt:lpstr>
      <vt:lpstr>Arial Unicode MS</vt:lpstr>
      <vt:lpstr>Calibri</vt:lpstr>
      <vt:lpstr>Orange Waves</vt:lpstr>
      <vt:lpstr>Customer Sentiment Analytics in Rail Transportation (IRCTC)</vt:lpstr>
      <vt:lpstr>Problem Statement &amp; Dataset</vt:lpstr>
      <vt:lpstr>Use Cases Implemented</vt:lpstr>
      <vt:lpstr>Methodology &amp; Spark Workflow</vt:lpstr>
      <vt:lpstr>Key Findings &amp; 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TEESA SHARMA</cp:lastModifiedBy>
  <cp:revision>3</cp:revision>
  <dcterms:created xsi:type="dcterms:W3CDTF">2013-01-27T09:14:00Z</dcterms:created>
  <dcterms:modified xsi:type="dcterms:W3CDTF">2025-11-10T11:30:27Z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450C729F69684C0A9A8F112331738D6E_12</vt:lpwstr>
  </property>
  <property fmtid="{D5CDD505-2E9C-101B-9397-08002B2CF9AE}" pid="3" name="KSOProductBuildVer">
    <vt:lpwstr>1033-12.2.0.23131</vt:lpwstr>
  </property>
</Properties>
</file>