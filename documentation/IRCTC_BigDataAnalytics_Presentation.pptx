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Customer Sentiment Analytics in Rail Transportation (IRCTC)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Big Data Analytics Project Report</a:t>
            </a:r>
          </a:p>
          <a:p/>
          <a:p>
            <a:r>
              <a:t>Presented by: Teesa Sharma</a:t>
            </a:r>
          </a:p>
          <a:p>
            <a:r>
              <a:t>Roll Number: 24MBMB25</a:t>
            </a:r>
          </a:p>
          <a:p>
            <a:r>
              <a:t>School of Management Studies</a:t>
            </a:r>
          </a:p>
          <a:p>
            <a:r>
              <a:t>University of Hyderabad</a:t>
            </a:r>
          </a:p>
          <a:p>
            <a:r>
              <a:t>Submission Date: November 12,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Problem Statement:</a:t>
            </a:r>
          </a:p>
          <a:p>
            <a:r>
              <a:t>IRCTC receives thousands of customer reviews daily, but most of this feedback remains unstructured.</a:t>
            </a:r>
          </a:p>
          <a:p/>
          <a:p>
            <a:r>
              <a:t>Objectives:</a:t>
            </a:r>
          </a:p>
          <a:p>
            <a:r>
              <a:t>1. Classify reviews as Positive, Neutral, or Negative.</a:t>
            </a:r>
          </a:p>
          <a:p>
            <a:r>
              <a:t>2. Identify service aspects like Food, Booking, Cleanliness, and App performance.</a:t>
            </a:r>
          </a:p>
          <a:p>
            <a:r>
              <a:t>3. Detect complaints automatically.</a:t>
            </a:r>
          </a:p>
          <a:p>
            <a:r>
              <a:t>4. Analyze sentiment trends over time.</a:t>
            </a:r>
          </a:p>
          <a:p>
            <a:r>
              <a:t>5. Segment customers based on loyalty and engagement.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Methodology &amp; Tools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Data Source:</a:t>
            </a:r>
          </a:p>
          <a:p>
            <a:r>
              <a:t>Google Play Store (IRCTC Rail Connect App Reviews) – 1000 records.</a:t>
            </a:r>
          </a:p>
          <a:p/>
          <a:p>
            <a:r>
              <a:t>Pipeline Workflow:</a:t>
            </a:r>
          </a:p>
          <a:p>
            <a:r>
              <a:t>1. Data Cleaning and Preprocessing</a:t>
            </a:r>
          </a:p>
          <a:p>
            <a:r>
              <a:t>2. Tokenization</a:t>
            </a:r>
          </a:p>
          <a:p>
            <a:r>
              <a:t>3. Stopword Removal</a:t>
            </a:r>
          </a:p>
          <a:p>
            <a:r>
              <a:t>4. TF-IDF Feature Extraction</a:t>
            </a:r>
          </a:p>
          <a:p>
            <a:r>
              <a:t>5. Model Training and Evaluation</a:t>
            </a:r>
          </a:p>
          <a:p/>
          <a:p>
            <a:r>
              <a:t>Tools Used:</a:t>
            </a:r>
          </a:p>
          <a:p>
            <a:r>
              <a:t>Apache Spark (Core, SQL, MLlib), PySpark, Databricks, Matplotlib, Pandas.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Cases &amp;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Sentiment Classification – Random Forest achieved 89% accuracy.</a:t>
            </a:r>
          </a:p>
          <a:p>
            <a:r>
              <a:t>2. Service Aspect Analysis – Booking and App issues had highest negative feedback.</a:t>
            </a:r>
          </a:p>
          <a:p>
            <a:r>
              <a:t>3. Time-Based Sentiment Trends – Sentiment dips during peak seasons.</a:t>
            </a:r>
          </a:p>
          <a:p>
            <a:r>
              <a:t>4. Complaint Prediction – Logistic Regression reached 88% accuracy.</a:t>
            </a:r>
          </a:p>
          <a:p>
            <a:r>
              <a:t>5. Customer Loyalty Insights – 45% Loyal, 37% Neutral, 18% Disengaged users.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Results, Conclusion &amp; Future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Key Results:</a:t>
            </a:r>
          </a:p>
          <a:p>
            <a:r>
              <a:t>- 70% positive sentiments observed.</a:t>
            </a:r>
          </a:p>
          <a:p>
            <a:r>
              <a:t>- Random Forest gave best accuracy.</a:t>
            </a:r>
          </a:p>
          <a:p>
            <a:r>
              <a:t>- Complaints mostly about refunds and app crashes.</a:t>
            </a:r>
          </a:p>
          <a:p/>
          <a:p>
            <a:r>
              <a:t>Conclusion:</a:t>
            </a:r>
          </a:p>
          <a:p>
            <a:r>
              <a:t>Big Data and NLP can convert reviews into meaningful insights using Spark.</a:t>
            </a:r>
          </a:p>
          <a:p/>
          <a:p>
            <a:r>
              <a:t>Future Scope:</a:t>
            </a:r>
          </a:p>
          <a:p>
            <a:r>
              <a:t>- Real-time dashboards with Spark Streaming.</a:t>
            </a:r>
          </a:p>
          <a:p>
            <a:r>
              <a:t>- Multi-language review analysis.</a:t>
            </a:r>
          </a:p>
          <a:p>
            <a:r>
              <a:t>- Tableau/Power BI integration.</a:t>
            </a:r>
          </a:p>
          <a:p/>
          <a:p>
            <a:r>
              <a:t>Acknowledgment:</a:t>
            </a:r>
          </a:p>
          <a:p>
            <a:r>
              <a:t>Thanks to the School of Management Studies, University of Hyderabad, for guidance.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