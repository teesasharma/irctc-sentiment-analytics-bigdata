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27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1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97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17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3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8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51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9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324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3044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7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77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04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25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36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Customer Sentiment Analytics in Rail Transportation (IRCTC)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6860981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Big Data Analytics </a:t>
            </a: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Capstone </a:t>
            </a:r>
            <a:r>
              <a:rPr sz="320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</a:p>
          <a:p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Presented by: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Teesa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Sharma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Roll Number: 24MBMB25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School of Management Studies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University of Hyderabad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Submission Date: November 12,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0" y="214630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IRCTC receives thousands of customer reviews daily, but most of this feedback remains unstructured.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Objectives: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Classify reviews as Positive, Neutral, or Negative.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Identify service aspects like Food, Booking, Cleanliness, and App performance.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Detect complaints automatically.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Analyze sentiment trends over time.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5. Segment customers based on loyalty and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Methodology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122547"/>
            <a:ext cx="6887389" cy="3599316"/>
          </a:xfrm>
        </p:spPr>
        <p:txBody>
          <a:bodyPr>
            <a:noAutofit/>
          </a:bodyPr>
          <a:lstStyle/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Data Source: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Google Play Store (IRCTC Rail Connect App Reviews) – 1000 records.</a:t>
            </a:r>
          </a:p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Pipeline Workflow: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1. Data Cleaning and Preprocessing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2. Tokenization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Stopword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Removal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4. TF-IDF Feature Extraction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5. Model Training and Evaluation</a:t>
            </a:r>
          </a:p>
          <a:p>
            <a:pPr marL="0" indent="0">
              <a:buNone/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  <a:p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Apache Spark (Core, SQL,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MLlib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PySpark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 Databricks, Matplotlib, Pandas.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 panose="020B0604020202020204" pitchFamily="34" charset="0"/>
                <a:cs typeface="Arial" panose="020B0604020202020204" pitchFamily="34" charset="0"/>
              </a:rPr>
              <a:t>Use Cases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7710488" cy="35993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 Sentiment Classification – Random Forest achieved 89% accuracy.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2. Service Aspect Analysis – Booking and App issues had highest negative feedback.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3. Time-Based Sentiment Trends – Sentiment dips during peak seasons.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4. Complaint Prediction – Logistic Regression reached 88% accuracy.</a:t>
            </a: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5. Customer Loyalty Insights – 45% Loyal, 37% Neutral, 18% Disengaged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Results,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87" y="2336877"/>
            <a:ext cx="8426624" cy="35993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Key Results: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- 70% positive sentiments observed.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Random Forest gave best accuracy.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Complaints mostly about refunds and app crashes.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Big Data and NLP can convert reviews into meaningful insights using Spark.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Future Scope: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Real-time dashboards with Spark Streaming.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Multi-language review analysis.</a:t>
            </a:r>
          </a:p>
          <a:p>
            <a:pPr marL="0" indent="0">
              <a:buNone/>
            </a:pPr>
            <a:r>
              <a:rPr sz="1800" dirty="0">
                <a:latin typeface="Arial" panose="020B0604020202020204" pitchFamily="34" charset="0"/>
                <a:cs typeface="Arial" panose="020B0604020202020204" pitchFamily="34" charset="0"/>
              </a:rPr>
              <a:t>- Tableau/Power BI integration..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70</TotalTime>
  <Words>325</Words>
  <Application>Microsoft Office PowerPoint</Application>
  <PresentationFormat>On-screen Show (4:3)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Customer Sentiment Analytics in Rail Transportation (IRCTC)</vt:lpstr>
      <vt:lpstr>Problem Statement &amp; Objectives</vt:lpstr>
      <vt:lpstr>Methodology &amp; Tools Used</vt:lpstr>
      <vt:lpstr>Use Cases &amp; Implementation</vt:lpstr>
      <vt:lpstr>Results, 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Sentiment Analytics in Rail Transportation (IRCTC)</dc:title>
  <dc:subject/>
  <dc:creator/>
  <cp:keywords/>
  <dc:description>generated using python-pptx</dc:description>
  <cp:lastModifiedBy>Marri Sumathi</cp:lastModifiedBy>
  <cp:revision>2</cp:revision>
  <dcterms:created xsi:type="dcterms:W3CDTF">2013-01-27T09:14:16Z</dcterms:created>
  <dcterms:modified xsi:type="dcterms:W3CDTF">2025-11-11T13:35:50Z</dcterms:modified>
  <cp:category/>
</cp:coreProperties>
</file>